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linkedin.com/in/rs-enika-9ab164384?utm_source=share&amp;utm_campaign=share_via&amp;utm_content=profile&amp;utm_medium=android_a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703A-A36E-4D3F-773B-6BBD05C8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3638" y="157316"/>
            <a:ext cx="7167715" cy="4768645"/>
          </a:xfrm>
        </p:spPr>
        <p:txBody>
          <a:bodyPr/>
          <a:lstStyle/>
          <a:p>
            <a:r>
              <a:rPr lang="en-IN" sz="6600" b="1" u="sng" dirty="0"/>
              <a:t>A#100210 </a:t>
            </a:r>
            <a:br>
              <a:rPr lang="en-IN" sz="1600" b="1" u="sng" dirty="0"/>
            </a:br>
            <a:br>
              <a:rPr lang="en-IN" sz="1600" b="1" u="sng" dirty="0"/>
            </a:br>
            <a:br>
              <a:rPr lang="en-IN" sz="1600" b="1" dirty="0"/>
            </a:br>
            <a:br>
              <a:rPr lang="en-IN" sz="1800" b="1" dirty="0"/>
            </a:b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660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F366-AC6D-E7AF-4B18-C3F9CA19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/>
              <a:t>SECTION 4: SWOT, BEHAVIORAL TRAITS &amp; PS EXECUTION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1F963-BB46-FD19-4ED5-CCD2F257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5" y="2487560"/>
            <a:ext cx="10142311" cy="5746955"/>
          </a:xfrm>
        </p:spPr>
        <p:txBody>
          <a:bodyPr>
            <a:normAutofit/>
          </a:bodyPr>
          <a:lstStyle/>
          <a:p>
            <a:r>
              <a:rPr lang="en-IN" b="1" u="sng" dirty="0"/>
              <a:t>Personalized Skill (PS) Achievement Calendar</a:t>
            </a:r>
          </a:p>
          <a:p>
            <a:pPr marL="0" indent="0">
              <a:buNone/>
            </a:pPr>
            <a:r>
              <a:rPr lang="en-IN" b="1" dirty="0"/>
              <a:t>  My Skills:</a:t>
            </a:r>
            <a:endParaRPr lang="en-IN" dirty="0"/>
          </a:p>
          <a:p>
            <a:pPr lvl="0"/>
            <a:r>
              <a:rPr lang="en-IN" b="1" dirty="0"/>
              <a:t>Agentic Artificial Intelligence &amp; LLM Optimization</a:t>
            </a:r>
            <a:endParaRPr lang="en-IN" dirty="0"/>
          </a:p>
          <a:p>
            <a:pPr lvl="0"/>
            <a:r>
              <a:rPr lang="en-IN" b="1" dirty="0"/>
              <a:t>Full-Stack Web Development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March – Basic Foundations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Skills to Learn </a:t>
            </a:r>
            <a:endParaRPr lang="en-IN" dirty="0"/>
          </a:p>
          <a:p>
            <a:pPr lvl="0"/>
            <a:r>
              <a:rPr lang="en-IN" dirty="0"/>
              <a:t>Basic </a:t>
            </a:r>
            <a:r>
              <a:rPr lang="en-IN" b="1" dirty="0"/>
              <a:t>HTML and CSS</a:t>
            </a:r>
            <a:endParaRPr lang="en-IN" dirty="0"/>
          </a:p>
          <a:p>
            <a:pPr lvl="0"/>
            <a:r>
              <a:rPr lang="en-IN" dirty="0"/>
              <a:t>Basics of </a:t>
            </a:r>
            <a:r>
              <a:rPr lang="en-IN" b="1" dirty="0"/>
              <a:t>Python Programming</a:t>
            </a:r>
            <a:endParaRPr lang="en-IN" dirty="0"/>
          </a:p>
          <a:p>
            <a:pPr lvl="0"/>
            <a:r>
              <a:rPr lang="en-IN" dirty="0"/>
              <a:t>Introduction to </a:t>
            </a:r>
            <a:r>
              <a:rPr lang="en-IN" b="1" dirty="0"/>
              <a:t>Artificial Intelligence         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 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0126C2-4AA2-978A-3126-4A9C6250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E8EE29C-C7C6-0F31-BB02-988CCD038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4D4460-6E25-598D-EDA2-DFCD0A089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4D6A7F3-FAFC-4BD7-69C5-281ED937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EB4AB24E-B9E7-F864-CDBF-E9B6AC76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0219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8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A59E-97BE-02E8-63E4-1B82CEB2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How I Will Learn</a:t>
            </a:r>
            <a:endParaRPr lang="en-IN" dirty="0"/>
          </a:p>
          <a:p>
            <a:pPr lvl="0"/>
            <a:r>
              <a:rPr lang="en-IN" dirty="0"/>
              <a:t>Online tutorials and AI tools</a:t>
            </a:r>
          </a:p>
          <a:p>
            <a:pPr lvl="0"/>
            <a:r>
              <a:rPr lang="en-IN" dirty="0"/>
              <a:t>Practice coding exercises</a:t>
            </a:r>
          </a:p>
          <a:p>
            <a:pPr marL="0" lvl="0" indent="0">
              <a:buNone/>
            </a:pPr>
            <a:r>
              <a:rPr lang="en-IN" dirty="0"/>
              <a:t>                                                                  </a:t>
            </a:r>
          </a:p>
          <a:p>
            <a:pPr marL="0" lvl="0" indent="0">
              <a:buNone/>
            </a:pPr>
            <a:r>
              <a:rPr lang="en-IN" dirty="0"/>
              <a:t> Completed HTML CSS </a:t>
            </a:r>
            <a:r>
              <a:rPr lang="en-IN" dirty="0" err="1"/>
              <a:t>Proff</a:t>
            </a:r>
            <a:r>
              <a:rPr lang="en-IN" dirty="0"/>
              <a:t> :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2CF287-5FFE-3B2A-2A7A-F779FE7C8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38" y="4139380"/>
            <a:ext cx="2261420" cy="234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E63B-4BEB-53A9-25CE-F34721B3F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22090"/>
            <a:ext cx="8825659" cy="442451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       April – Programming &amp; Web Basics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   Skills to Learn</a:t>
            </a:r>
            <a:endParaRPr lang="en-IN" dirty="0"/>
          </a:p>
          <a:p>
            <a:pPr lvl="0"/>
            <a:r>
              <a:rPr lang="en-IN" dirty="0"/>
              <a:t>Basic </a:t>
            </a:r>
            <a:r>
              <a:rPr lang="en-IN" b="1" dirty="0"/>
              <a:t>JavaScript</a:t>
            </a:r>
            <a:endParaRPr lang="en-IN" dirty="0"/>
          </a:p>
          <a:p>
            <a:pPr lvl="0"/>
            <a:r>
              <a:rPr lang="en-IN" dirty="0"/>
              <a:t>Frontend development basics</a:t>
            </a:r>
          </a:p>
          <a:p>
            <a:pPr lvl="0"/>
            <a:r>
              <a:rPr lang="en-IN" dirty="0"/>
              <a:t>Understanding </a:t>
            </a:r>
            <a:r>
              <a:rPr lang="en-IN" b="1" dirty="0"/>
              <a:t>Large Language Models (LLMs)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     May – Agentic AI &amp; Backend Basics</a:t>
            </a:r>
          </a:p>
          <a:p>
            <a:pPr marL="0" indent="0">
              <a:buNone/>
            </a:pPr>
            <a:r>
              <a:rPr lang="en-IN" b="1" dirty="0"/>
              <a:t>     Skills to Learn</a:t>
            </a:r>
            <a:endParaRPr lang="en-IN" dirty="0"/>
          </a:p>
          <a:p>
            <a:pPr lvl="0"/>
            <a:r>
              <a:rPr lang="en-IN" dirty="0"/>
              <a:t>Introduction to </a:t>
            </a:r>
            <a:r>
              <a:rPr lang="en-IN" b="1" dirty="0"/>
              <a:t>Agentic Artificial Intelligence</a:t>
            </a:r>
            <a:endParaRPr lang="en-IN" dirty="0"/>
          </a:p>
          <a:p>
            <a:pPr lvl="0"/>
            <a:r>
              <a:rPr lang="en-IN" dirty="0"/>
              <a:t>Basic </a:t>
            </a:r>
            <a:r>
              <a:rPr lang="en-IN" b="1" dirty="0"/>
              <a:t>LLM prompt design</a:t>
            </a:r>
            <a:endParaRPr lang="en-IN" dirty="0"/>
          </a:p>
          <a:p>
            <a:pPr lvl="0"/>
            <a:r>
              <a:rPr lang="en-IN" dirty="0"/>
              <a:t>Backend basics using </a:t>
            </a:r>
            <a:r>
              <a:rPr lang="en-IN" b="1" dirty="0"/>
              <a:t>Node.js</a:t>
            </a:r>
          </a:p>
          <a:p>
            <a:pPr marL="0" lv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June – Full Stack Project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  Skills to Learn</a:t>
            </a:r>
            <a:endParaRPr lang="en-IN" dirty="0"/>
          </a:p>
          <a:p>
            <a:pPr lvl="0"/>
            <a:r>
              <a:rPr lang="en-IN" dirty="0"/>
              <a:t>Connecting frontend and backend</a:t>
            </a:r>
          </a:p>
          <a:p>
            <a:pPr lvl="0"/>
            <a:r>
              <a:rPr lang="en-IN" dirty="0"/>
              <a:t>Basic </a:t>
            </a:r>
            <a:r>
              <a:rPr lang="en-IN" b="1" dirty="0"/>
              <a:t>LLM optimization techniques</a:t>
            </a:r>
            <a:endParaRPr lang="en-IN" dirty="0"/>
          </a:p>
          <a:p>
            <a:r>
              <a:rPr lang="en-IN" dirty="0"/>
              <a:t>Building a complete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32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19A-E685-3510-7FFF-67535434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4" y="973668"/>
            <a:ext cx="5590173" cy="706964"/>
          </a:xfrm>
        </p:spPr>
        <p:txBody>
          <a:bodyPr/>
          <a:lstStyle/>
          <a:p>
            <a:r>
              <a:rPr lang="en-IN" sz="4000" b="1" dirty="0"/>
              <a:t>LINKEDIN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52CD-9FE9-87DE-D125-3D5E34A7A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LinkedIn:</a:t>
            </a:r>
            <a:endParaRPr lang="en-IN" dirty="0"/>
          </a:p>
          <a:p>
            <a:pPr marL="0" indent="0">
              <a:buNone/>
            </a:pPr>
            <a:r>
              <a:rPr lang="en-IN" u="sng" dirty="0">
                <a:hlinkClick r:id="rId2"/>
              </a:rPr>
              <a:t>       profile: </a:t>
            </a:r>
            <a:r>
              <a:rPr lang="en-IN" u="sng" dirty="0" err="1">
                <a:hlinkClick r:id="rId2"/>
              </a:rPr>
              <a:t>linkedin</a:t>
            </a:r>
            <a:r>
              <a:rPr lang="en-IN" u="sng" dirty="0">
                <a:hlinkClick r:id="rId2"/>
              </a:rPr>
              <a:t> profile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88616-43A6-ED3B-E968-DE57C953F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94" y="3428999"/>
            <a:ext cx="2792361" cy="3416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8720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{5738598F-3A31-4A96-923F-FB163FA5F745}TF229edf6a-8a49-49ee-a0a6-5037052947485fb3ca0c-bc27bf41d645</Template>
  <TotalTime>22</TotalTime>
  <Words>162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Package</vt:lpstr>
      <vt:lpstr>A#100210      </vt:lpstr>
      <vt:lpstr>SECTION 4: SWOT, BEHAVIORAL TRAITS &amp; PS EXECUTION </vt:lpstr>
      <vt:lpstr>PowerPoint Presentation</vt:lpstr>
      <vt:lpstr>PowerPoint Presentation</vt:lpstr>
      <vt:lpstr>LINKEDIN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enika rs</dc:creator>
  <cp:lastModifiedBy>enika rs</cp:lastModifiedBy>
  <cp:revision>1</cp:revision>
  <dcterms:created xsi:type="dcterms:W3CDTF">2026-03-06T05:42:50Z</dcterms:created>
  <dcterms:modified xsi:type="dcterms:W3CDTF">2026-03-06T06:05:40Z</dcterms:modified>
</cp:coreProperties>
</file>