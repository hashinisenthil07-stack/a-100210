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4-Year Roadmap to Get Placed in Google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&amp; Engineering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of the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strong computer science fundamentals</a:t>
            </a:r>
          </a:p>
          <a:p>
            <a:r>
              <a:t>• Develop programming and problem-solving skills</a:t>
            </a:r>
          </a:p>
          <a:p>
            <a:r>
              <a:t>• Build real-world projects</a:t>
            </a:r>
          </a:p>
          <a:p>
            <a:r>
              <a:t>• Gain internship experience</a:t>
            </a:r>
          </a:p>
          <a:p>
            <a:r>
              <a:t>• Prepare for technical interviews</a:t>
            </a:r>
          </a:p>
          <a:p>
            <a:r>
              <a:t>• Build a strong portfolio and resume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1 –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programming basics (C / Python)</a:t>
            </a:r>
          </a:p>
          <a:p>
            <a:r>
              <a:t>• Understand computer fundamentals</a:t>
            </a:r>
          </a:p>
          <a:p>
            <a:r>
              <a:t>• Practice basic problem solving</a:t>
            </a:r>
          </a:p>
          <a:p>
            <a:r>
              <a:t>• Learn HTML, CSS, and basic web development</a:t>
            </a:r>
          </a:p>
          <a:p>
            <a:r>
              <a:t>• Start using Git and GitHub</a:t>
            </a:r>
          </a:p>
          <a:p>
            <a:r>
              <a:t>• Participate in coding practice platforms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1 – Skills to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Programming logic</a:t>
            </a:r>
          </a:p>
          <a:p>
            <a:r>
              <a:t>• Basic Data Structures</a:t>
            </a:r>
          </a:p>
          <a:p>
            <a:r>
              <a:t>• Mathematics for computing</a:t>
            </a:r>
          </a:p>
          <a:p>
            <a:r>
              <a:t>• Communication skills</a:t>
            </a:r>
          </a:p>
          <a:p>
            <a:r>
              <a:t>• Team collaboration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2 – Core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Data Structures and Algorithms (DSA)</a:t>
            </a:r>
          </a:p>
          <a:p>
            <a:r>
              <a:t>• Study Operating Systems</a:t>
            </a:r>
          </a:p>
          <a:p>
            <a:r>
              <a:t>• Study Computer Networks</a:t>
            </a:r>
          </a:p>
          <a:p>
            <a:r>
              <a:t>• Study Database Management Systems</a:t>
            </a:r>
          </a:p>
          <a:p>
            <a:r>
              <a:t>• Start solving coding problems regularly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2 –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web applications</a:t>
            </a:r>
          </a:p>
          <a:p>
            <a:r>
              <a:t>• Create small software projects</a:t>
            </a:r>
          </a:p>
          <a:p>
            <a:r>
              <a:t>• Work on open-source projects</a:t>
            </a:r>
          </a:p>
          <a:p>
            <a:r>
              <a:t>• Learn version control deeply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3 – Advanced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Master Data Structures and Algorithms</a:t>
            </a:r>
          </a:p>
          <a:p>
            <a:r>
              <a:t>• Learn System Design basics</a:t>
            </a:r>
          </a:p>
          <a:p>
            <a:r>
              <a:t>• Build large-scale projects</a:t>
            </a:r>
          </a:p>
          <a:p>
            <a:r>
              <a:t>• Participate in hackathons</a:t>
            </a:r>
          </a:p>
          <a:p>
            <a:r>
              <a:t>• Apply for internships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3 – Internship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Practice coding interview questions</a:t>
            </a:r>
          </a:p>
          <a:p>
            <a:r>
              <a:t>• Prepare a strong resume</a:t>
            </a:r>
          </a:p>
          <a:p>
            <a:r>
              <a:t>• Improve problem-solving speed</a:t>
            </a:r>
          </a:p>
          <a:p>
            <a:r>
              <a:t>• Learn scalable software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4 – Placement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Revise all DSA concepts</a:t>
            </a:r>
          </a:p>
          <a:p>
            <a:r>
              <a:t>• Practice mock interviews</a:t>
            </a:r>
          </a:p>
          <a:p>
            <a:r>
              <a:t>• Improve system design knowledge</a:t>
            </a:r>
          </a:p>
          <a:p>
            <a:r>
              <a:t>• Apply for product-based companies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Programming Languages: C++, Java, or Python</a:t>
            </a:r>
          </a:p>
          <a:p>
            <a:r>
              <a:t>• Data Structures and Algorithms</a:t>
            </a:r>
          </a:p>
          <a:p>
            <a:r>
              <a:t>• System Design</a:t>
            </a:r>
          </a:p>
          <a:p>
            <a:r>
              <a:t>• Databases</a:t>
            </a:r>
          </a:p>
          <a:p>
            <a:r>
              <a:t>• Computer Networks</a:t>
            </a:r>
          </a:p>
          <a:p>
            <a:r>
              <a:t>• Operating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Platforms for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LeetCode</a:t>
            </a:r>
          </a:p>
          <a:p>
            <a:r>
              <a:t>• HackerRank</a:t>
            </a:r>
          </a:p>
          <a:p>
            <a:r>
              <a:t>• Codeforces</a:t>
            </a:r>
          </a:p>
          <a:p>
            <a:r>
              <a:t>• GeeksforGeeks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 to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Full-stack web application</a:t>
            </a:r>
          </a:p>
          <a:p>
            <a:r>
              <a:t>• AI or Machine Learning project</a:t>
            </a:r>
          </a:p>
          <a:p>
            <a:r>
              <a:t>• Mobile app</a:t>
            </a:r>
          </a:p>
          <a:p>
            <a:r>
              <a:t>• Open-source contribution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 Skills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Communication skills</a:t>
            </a:r>
          </a:p>
          <a:p>
            <a:r>
              <a:t>• Problem solving</a:t>
            </a:r>
          </a:p>
          <a:p>
            <a:r>
              <a:t>• Teamwork</a:t>
            </a:r>
          </a:p>
          <a:p>
            <a:r>
              <a:t>• Time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Practice coding daily</a:t>
            </a:r>
          </a:p>
          <a:p>
            <a:r>
              <a:t>• Build strong projects</a:t>
            </a:r>
          </a:p>
          <a:p>
            <a:r>
              <a:t>• Learn from mistakes</a:t>
            </a:r>
          </a:p>
          <a:p>
            <a:r>
              <a:t>• Stay consistent and disciplined</a:t>
            </a:r>
          </a:p>
          <a:p>
            <a:r>
              <a:t>• Keep learning new technologies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consistent practice, strong fundamentals, and real-world experience,</a:t>
            </a:r>
          </a:p>
          <a:p>
            <a:r>
              <a:t>a CSE student can achieve their goal of working at top tech companies.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